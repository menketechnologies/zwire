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ceb8a90-3669-50fa-cef4-2489b0845cc5}">
          <p14:sldIdLst>
            <p14:sldId id="256"/>
            <p14:sldId id="257"/>
            <p14:sldId id="258"/>
            <p14:sldId id="259"/>
          </p14:sldIdLst>
        </p14:section>
        <p14:section name="Workspace" id="{0e2ee656-4b2c-cae4-d961-08d877f1dd15}">
          <p14:sldIdLst>
            <p14:sldId id="260"/>
            <p14:sldId id="261"/>
            <p14:sldId id="262"/>
            <p14:sldId id="267"/>
            <p14:sldId id="268"/>
          </p14:sldIdLst>
        </p14:section>
        <p14:section name="Automation" id="{88231540-20ac-eab4-8569-a1e67b7d91f9}">
          <p14:sldIdLst>
            <p14:sldId id="263"/>
            <p14:sldId id="264"/>
            <p14:sldId id="265"/>
            <p14:sldId id="266"/>
            <p14:sldId id="269"/>
          </p14:sldIdLst>
        </p14:section>
        <p14:section name="Engine" id="{96b54f74-ec9d-9a15-1baf-0048410956ec}">
          <p14:sldIdLst>
            <p14:sldId id="270"/>
            <p14:sldId id="271"/>
            <p14:sldId id="272"/>
          </p14:sldIdLst>
        </p14:section>
        <p14:section name="Take-away" id="{9f24e47e-941e-0644-d63c-41c0470d0678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presentation about zwire: a real Blink engine forked into a keyboard-driven tiling HUD. The install is on slide 3 and repeats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workspace first, then automation and the engine underneath, then how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Clone with submodules and run the installer. This slide repeats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MV3 extension needs APIs only Chromium provides, and the tiling overlay needs frame-ancestors bypass impossible in a wrapper.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ztmux is a tiling overlay: recursive splits, windows, layouts, partial synchronise-panes and copy mode, each pane a webview of any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Cmd-K lists commands, tabs and the live panes of your terminal tmux over its own wire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Chrome's internal pages reimplemented in the HUD, plus a dashboard that launches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Hooks bind stryke scripts to 54 browser events. Triggers bind a regex to rendering page text and run a chain of typed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Piping between tiled views: extract from a source pane, transform with a stryke chain, deliver to a sink.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chain of browser.* verbs runs as one transaction that rolls back, with each step's pre-state journaled.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apps ask what the browser is showing and get the live DOM projected as typed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schemes with light variants, carried natively by the fork's colour mixer.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Vivaldi Start Page port: named layouts with Speed Dial groups, a widget grid and a navigation 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browser.* surface driven identically by the palette, shortcuts and stryke hooks.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 patches restyle the native chrome and tune behaviour an extension cannot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always-on DSP chain in the audio service processes every stream, with a live HUD page for spectrum and 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zwire-host is one Rust binary: a native-messaging host and a Unix-socket daemon behind the Host console, powerline and suite 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smallest thing verifiable.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Repost of the install, as promised.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zwire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zwire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zwire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8229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zwire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--recurse-submodules .../zwire &amp;&amp; scripts/install.sh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3832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browser that is a workspace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Chromium forked into a tiling, scriptable, undoable HUD.</a:t>
            </a:r>
            <a:endParaRPr lang="en-US" sz="2400" dirty="0"/>
          </a:p>
        </p:txBody>
      </p:sp>
      <p:sp>
        <p:nvSpPr>
          <p:cNvPr id="8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this talk covers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agenda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workspace first, then automation and the engine underneath, then how to try it.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Tiling, palette, tmux, schemes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Hooks, triggers, pipelines, undo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Fork, audio, host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Install and help wanted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Install it now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install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Clone with submodules and run the installer. This slide repeats at the end.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1432560"/>
          </a:xfrm>
          <a:prstGeom prst="roundRect">
            <a:avLst>
              <a:gd name="adj" fmla="val 7660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--recurse-submodules https://github.com/MenkeTechnologies/zwire.git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zwire &amp;&amp; scripts/install.sh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Why fork a real engine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base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MV3 extension needs APIs only Chromium provides, and the tiling overlay needs frame-ancestors bypass impossible in a wrapper.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userScripts, nativeMessaging, webRequest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Patch 0008 allows framing any site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Unbranded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Keeps --load-extension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engine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Not Tauri, Safari or Servo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tmux in the browser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tiling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ztmux is a tiling overlay: recursive splits, windows, layouts, partial synchronise-panes and copy mode, each pane a webview of any site.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Prefix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Ctrl-b or Option-B, rebindable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Even, main, tiled; 4, 8, 16 grids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Broadcast typing to a chosen subset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Durable and named, with previews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One palette, four surfaces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palette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Cmd-K lists commands, tabs and the live panes of your terminal tmux over its own wire protocol.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tabs: boolean tab-query language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Brace expansion launcher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Surgery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url: rewrite engine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tmux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Live panes and paste buffers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HUD pages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pages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Chrome's internal pages reimplemented in the HUD, plus a dashboard that launches all of them.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Sectioned like Chrome, with a data wizard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Cmd-Y, per-entry delete, range clear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fleet's file manager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History as an arrangement grid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Hooks and triggers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automation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Hooks bind stryke scripts to 54 browser events. Triggers bind a regex to rendering page text and run a chain of typed steps.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54 events and a catch-all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Regex on streamed page text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shell, stryke, JS, AppleScript, batch, assert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Cooldown, once per page, URL filter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Pane pipelines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automation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Piping between tiled views: extract from a source pane, transform with a stryke chain, deliver to a sink.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Selector, regex, selection or URL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stryke |&gt; chain, JS or passthrough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Sink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Navigate, fill, replace, append, batch-open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Cycle check refuses loops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Undoable browsing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txn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chain of browser.* verbs runs as one transaction that rolls back, with each step's pre-state journaled.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Rollback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Inverses replay in reverse order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Refusal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No-compensation verbs refused up front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page.assert fails the step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Premise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page.witness aborts a stale commit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page as typed state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page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Other apps ask what the browser is showing and get the live DOM projected as typed data.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url, title, text, links, tables, forms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client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No debugging port or eval channel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only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Mutation stays journaled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Shape, never values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Colour schemes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schemes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Eight schemes with light variants, carried natively by the fork's colour mixer.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Colour mixer and DevTools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Toggle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Light and dark sync across the suite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Live changes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HUD, new tab and zpwrchrome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New tab layouts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newtab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Vivaldi Start Page port: named layouts with Speed Dial groups, a widget grid and a navigation rail.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Switch between named layouts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Dial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Columns, thumbnails, titles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Widgets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Notes, feeds, bookmarks and more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Preview, duplicate, import and export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Verb bus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verbs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One browser.* surface driven identically by the palette, shortcuts and stryke hooks.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Tab, group, window operations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Downloads, bookmarks, reading list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Power, screenshot, notify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Typed and introspectable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Native fork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fork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28 patches restyle the native chrome and tune behaviour an extension cannot reach.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Styling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Tabs, fonts, toolbar, omnibox, menus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Schemes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8 HUD schemes in the colour mixer and DevTools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Forced new tab, session restore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Pinned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Chromium 150.0.7871.46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Browser-wide audio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audio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An always-on DSP chain in the audio service processes every stream, with a live HUD page for spectrum and meters.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EQ, strip, saturation, modulation, time, spatial, limiter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Every tab, nothing open required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Tab capture without a picker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Post-DSP spectrum and peaks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Native host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host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zwire-host is one Rust binary: a native-messaging host and a Unix-socket daemon behind the Host console, powerline and suite bus.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sysmon, fs, exec, PTY, KV, hooks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Journaled with inverse replay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Suite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Typed calls to other apps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 HUD page over the host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Help wanted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contributing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Pick the smallest thing verifiable.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18360"/>
            <a:ext cx="10515600" cy="400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Use it as a daily browser and report friction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Review a patch against the pinned tag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Build a HUD page on zgui-core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Test Linux and Windows installs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Open issues with a reproduction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Install again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 / install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Repost of the install, as promised.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1432560"/>
          </a:xfrm>
          <a:prstGeom prst="roundRect">
            <a:avLst>
              <a:gd name="adj" fmla="val 7660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--recurse-submodules https://github.com/MenkeTechnologies/zwire.git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zwire &amp;&amp; scripts/install.sh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zwire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github.com/MenkeTechnologies/zwire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shrs talk">
  <a:themeElements>
    <a:clrScheme name="zshrs talk">
      <a:dk1>
        <a:srgbClr val="05050A"/>
      </a:dk1>
      <a:lt1>
        <a:srgbClr val="0D0A1E"/>
      </a:lt1>
      <a:dk2>
        <a:srgbClr val="11112A"/>
      </a:dk2>
      <a:lt2>
        <a:srgbClr val="E6F4FF"/>
      </a:lt2>
      <a:accent1>
        <a:srgbClr val="05D9E8"/>
      </a:accent1>
      <a:accent2>
        <a:srgbClr val="05D9E8"/>
      </a:accent2>
      <a:accent3>
        <a:srgbClr val="FF2A6D"/>
      </a:accent3>
      <a:accent4>
        <a:srgbClr val="D300C5"/>
      </a:accent4>
      <a:accent5>
        <a:srgbClr val="9A9AB8"/>
      </a:accent5>
      <a:accent6>
        <a:srgbClr val="6A6A8C"/>
      </a:accent6>
      <a:hlink>
        <a:srgbClr val="05D9E8"/>
      </a:hlink>
      <a:folHlink>
        <a:srgbClr val="9A9AB8"/>
      </a:folHlink>
    </a:clrScheme>
    <a:fontScheme name="zshrs ta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zwire</dc:title>
  <dc:subject>PptxGenJS Presentation</dc:subject>
  <dc:creator>PptxGenJS</dc:creator>
  <cp:lastModifiedBy>PptxGenJS</cp:lastModifiedBy>
  <cp:revision>1</cp:revision>
  <dcterms:created xsi:type="dcterms:W3CDTF">2026-10-10T01:26:59Z</dcterms:created>
  <dcterms:modified xsi:type="dcterms:W3CDTF">2026-10-10T01:26:59Z</dcterms:modified>
</cp:coreProperties>
</file>