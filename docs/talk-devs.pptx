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rientation" id="{681751b7-743c-0696-6e83-66092f9f9870}">
          <p14:sldIdLst>
            <p14:sldId id="256"/>
            <p14:sldId id="257"/>
            <p14:sldId id="258"/>
            <p14:sldId id="259"/>
            <p14:sldId id="280"/>
          </p14:sldIdLst>
        </p14:section>
        <p14:section name="Layers" id="{f708623e-6dcb-80d0-a06d-e3cfb0882c54}">
          <p14:sldIdLst>
            <p14:sldId id="260"/>
            <p14:sldId id="261"/>
            <p14:sldId id="262"/>
            <p14:sldId id="274"/>
            <p14:sldId id="275"/>
          </p14:sldIdLst>
        </p14:section>
        <p14:section name="Palette" id="{6e04866b-4915-99e0-340c-60e7a7159c70}">
          <p14:sldIdLst>
            <p14:sldId id="263"/>
            <p14:sldId id="264"/>
            <p14:sldId id="265"/>
            <p14:sldId id="266"/>
            <p14:sldId id="276"/>
          </p14:sldIdLst>
        </p14:section>
        <p14:section name="Fork" id="{ff080ea6-a710-bede-4cc2-58c53364b9e9}">
          <p14:sldIdLst>
            <p14:sldId id="267"/>
            <p14:sldId id="268"/>
            <p14:sldId id="269"/>
            <p14:sldId id="270"/>
            <p14:sldId id="277"/>
          </p14:sldIdLst>
        </p14:section>
        <p14:section name="Build" id="{d5151900-eeb2-6f00-d7fb-a08c6bce95f0}">
          <p14:sldIdLst>
            <p14:sldId id="271"/>
            <p14:sldId id="272"/>
            <p14:sldId id="273"/>
            <p14:sldId id="278"/>
          </p14:sldIdLst>
        </p14:section>
        <p14:section name="Contributing" id="{ef39ca4d-71d7-6cc8-e4e9-ba22c054bb4d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contributors. Everything here is from the zwire README and fork/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Chromium and Blink fork plus an extension layer. The extension adds the workspace; the fork adds the native styling and behaviour an extension cannot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README architecture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--recurse-submodules pulls the shared repositories zwire depends on. The launcher skips any extension directory missing a manifest.json, so a missing submodule degrades gracefully.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Rust binary acting as both native-messaging host and Unix-socket daemon. It backs the Host console, powerline stats and the suite bus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Chrome theme extension changes colours only. It cannot reshape tabs, fonts or toolbar, and it is not launcher-loaded: the fork's colour mixer owns the palette and a static theme would override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cannot be one instance because they run in different extensions and execution contexts, so they share one item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palette-cmds.js owns the item set and ranking and is vendored verbatim into hud-internal and newtab. Each surface must actually load it or its zpwrchrome rows silently vanish.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carries a stable slug id from its identity, never from its label, because a translatable label would rename the id per locale and break saved chains, hooks and triggers.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Chromium keys the worker's script cache on the script URL, and a manifest version bump does not evict it, so new message kinds fail with the port-closed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styling and behaviour patches restyle the native chrome.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patches force zwire's behaviour over Chromium's defaults.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patches implement the audio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patches keep the HUD pages and the Chrome Web Store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normal Chromium checkout plus autoninja. Any box that can build Chromium can build zwire. All 28 patches are authored against the pinned tag and verified apply-clean; the compile is the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Monaco editor bundle for the Hooks, Commands and Triggers pages is a build artifact, not checked in. install.sh and every localinstall script hard-fail if it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localinstall bundles the browser, three extensions and native binaries into one artifact per platform. Only the per-user profile lives outside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HUD page composes ZGui components; zwire supplies only the glue. It is a submodule loaded straight from lib/zgui-core/webui.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newtab/ is an in-repo extension with a chrome_url_overrides.newtab, the full HUD new tab with vendored fonts and the custom layout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scripts cannot cross-extension message, so zpwrchrome rows are registered unconditionally on surface 1 rather than gated on a liveness 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fork directory carries scripted steps and a patch series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the Chromium base without a rebuild of the fork by fetching a snapshot, then re-apply the rebrand.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smallest thing verifiable against the page or the manifest.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contributors. Everything here is from the zwire README and fork/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zwire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zwire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zwire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2011680" cy="2011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0" y="8229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zwire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32004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for developers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fork, HUD and host fit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Extension layer, native agent, patch series.</a:t>
            </a:r>
            <a:endParaRPr lang="en-US" sz="2600" dirty="0"/>
          </a:p>
        </p:txBody>
      </p:sp>
      <p:sp>
        <p:nvSpPr>
          <p:cNvPr id="8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the project 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overview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Chromium and Blink fork plus an extension layer. The extension adds the workspace; the fork adds the native styling and behaviour an extension cannot reach.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Patched Chromium, pinned tag 150.0.7871.46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HUD layer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extensions/hud-internal, 11 subsystems and 26 pages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Toolkit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zgui-core, 260 ZGui components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zwire-host, one Rust binary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this deck covers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agenda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Six parts.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772400"/>
              </a:tblGrid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chemeClr val="accent1"/>
                          </a:solidFill>
                        </a:rPr>
                        <a:t>Part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chemeClr val="accent1"/>
                          </a:solidFill>
                        </a:rPr>
                        <a:t>Contents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Orientation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Layers and submodules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Layers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Extension, toolkit, native host, new tab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Palette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Four surfaces and the id contract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Fork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The 28-patch series by purpose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Build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Install, localinstall, base updates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Contributing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Gotchas and where to start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Architecture layers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layers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From the README architecture table.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7955280"/>
              </a:tblGrid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Layer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What it is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Base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The compiled fork/ build, unbranded release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HUD workspace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extensions/hud-internal: tiling overlay, palette, vim nav, find, status bar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GUI toolkit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lib/zgui-core, the shared ZGui library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Native host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native/zwire-host, a Rust native-messaging host and Unix-socket daemon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New tab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newtab/, a chrome_url_overrides.newtab extension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Power-tool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extensions/zpwrchrome, the MV3 power-tool submodule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Launcher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bin/zwire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Submodules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layers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--recurse-submodules pulls the shared repositories zwire depends on. The launcher skips any extension directory missing a manifest.json, so a missing submodule degrades gracefully.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zpwrchrome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extensions/zpwrchrome, the MV3 power-tool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zgui-core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lib/zgui-core, the shared toolkit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file-browser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lib/file-browser, mounted unmodified by Files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clip-engine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lib/clip-engine, the arrangement grid for Timeline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zwire-host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host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single Rust binary acting as both native-messaging host and Unix-socket daemon. It backs the Host console, powerline stats and the suite bus client.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sysmon, fs, exec, PTY, KV, hooks, OS ops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Journaled steps with inverse replay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Suite bus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zwire-host/src/suite.rs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agent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zpwrchrome-host for pass and downloads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theme is colours only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theme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9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Chrome theme extension changes colours only. It cannot reshape tabs, fonts or toolbar, and it is not launcher-loaded: the fork's colour mixer owns the palette and a static theme would override it.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theme/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Present but not loaded by the launcher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49758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 static theme applies last and would override the mixer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617220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Patch 0002 and the HUD skin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884682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Tab shapes and fonts are C++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Four palette surfaces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palette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They cannot be one instance because they run in different extensions and execution contexts, so they share one item source.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Web page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hud-internal/zpalette.js, a content script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HUD page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pages/zg-boot.js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New tab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newtab/palette.js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zpwrchrome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zpwrchrome/lib/zpc-palette.js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Single source of truth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palette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palette-cmds.js owns the item set and ranking and is vendored verbatim into hud-internal and newtab. Each surface must actually load it or its zpwrchrome rows silently vanish.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Canonical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hud-internal/palette-cmds.js; edit this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Vendored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Verbatim into newtab/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Older copy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zpwrchrome/lib has its own and does not track it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Cmd-K is a chrome.commands shortcut routed by the service worker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id contract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palette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Every row carries a stable slug id from its identity, never from its label, because a translatable label would rename the id per locale and break saved chains, hooks and triggers.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zw.newTab, zw.page.settings, zw.chrome.gpu, zw.tab.&lt;id&gt;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Dedupe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Rows deduped by id, first wins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Violations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Recorded in ZGui.diagnostics and forwarded as zdiagnostic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Pinned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tests/palette-ids.mjs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Service worker caching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gotchas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Chromium keys the worker's script cache on the script URL, and a manifest version bump does not evict it, so new message kinds fail with the port-closed error.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The message port closed before a response was received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 stale worker served after a full restart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localinstall points each manifest at a content-keyed shim worker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Shim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background.sw-&lt;hash&gt;.js importing background.js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Styling patches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fork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Nine styling and behaviour patches restyle the native chrome.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Hard trapezoid tab shapes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Palette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Cyberpunk palette and 8 schemes in the colour mixer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Share Tech Mono UI font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Chrome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Neon toolbar line and a sharp omnibox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Behaviour patches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fork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Six patches force zwire's behaviour over Chromium's defaults.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tab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chrome://newtab always resolves to the zwire new tab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frame-src and child-src never block a sub-frame navigation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Startup restores the last session; no restore bubble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Toolbar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Pinned extension actions never overflow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Audio patches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fork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Three patches implement the audio engine.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Always-on zdsp-core in output_controller.cc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Tab capture without a picker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audio_service.mojom back-channel for live EQ and meters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Toast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Reading-list Open button retargeted to the HUD page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Store and API patches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fork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Three patches keep the HUD pages and the Chrome Web Store working.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Allowlist hud-internal for developerPrivate and settingsPrivate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Crash fix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Content script calling chrome.* mid-navigation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Gallery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Drop the script-block on Web Store domains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Quit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Immediate Cmd-Q, no hold-to-quit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Fork build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build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4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A normal Chromium checkout plus autoninja. Any box that can build Chromium can build zwire. All 28 patches are authored against the pinned tag and verified apply-clean; the compile is the gate.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22960" y="2737485"/>
            <a:ext cx="10515600" cy="2570480"/>
          </a:xfrm>
          <a:prstGeom prst="roundRect">
            <a:avLst>
              <a:gd name="adj" fmla="val 4269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966085"/>
            <a:ext cx="9875520" cy="211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fork/fetch.sh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fork/apply-patches.sh ~/zwire-chromium/src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fork/build.sh ~/zwire-chromium/src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fork/package.sh ~/zwire-chromium/src/out/zwire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Editor bundle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build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Monaco editor bundle for the Hooks, Commands and Triggers pages is a build artifact, not checked in. install.sh and every localinstall script hard-fail if it is missing.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scripts/build-hooks-editor.sh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node 20 or newer and pnpm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vendor/zpwr-hooks-editor/src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it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Those pages render chrome and no editor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Self-contained installs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build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localinstall bundles the browser, three extensions and native binaries into one artifact per platform. Only the per-user profile lives outside it.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Binaries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zwire-host, zpwrchrome-host, stryke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Toolchain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cargo at build time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Native host registered under HKCU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Disposable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The install directory can be deleted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zgui-core in the stack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toolkit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Every HUD page composes ZGui components; zwire supplies only the glue. It is a submodule loaded straight from lib/zgui-core/webui.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260 webui modules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From path, no copy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26 HUD pages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Subsystems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11 in hud-internal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New tab engine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newtab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newtab/ is an in-repo extension with a chrome_url_overrides.newtab, the full HUD new tab with vendored fonts and the custom layout engine.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Orbitron vendored locally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CRT scanlines and neon omnibox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zntp-core engine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pages/newtab.html in hud-internal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Palette gotchas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palette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Content scripts cannot cross-extension message, so zpwrchrome rows are registered unconditionally on surface 1 rather than gated on a liveness ping.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Registers zpwrchrome rows unconditionally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The service worker routes Cmd-K to the active tab's palette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Bad rows go to ZGui.diagnostics, never printed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Dedup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By id on publish, first wins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Fork scripts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fork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 fork directory carries scripted steps and a patch series README.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fetch.sh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depot_tools and pinned Chromium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apply-patches.sh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The HUD patch series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build.sh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The long compile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package.sh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Package the out directory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Base updates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build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Swap the Chromium base without a rebuild of the fork by fetching a snapshot, then re-apply the rebrand.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fetch-base.sh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Latest snapshot or a pinned revision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rebrand-macos.sh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Re-apply Dock name and icon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install.sh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Re-run after a base upgrade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Launcher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ZWIRE_BASE overrides the base path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Where to start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devs / contributing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Pick the smallest thing verifiable against the page or the manifest.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18360"/>
            <a:ext cx="10515600" cy="400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Run tests/palette-ids.mjs after touching palette items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Check every surface loads palette-cmds.js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Add a HUD page on the zgui-core toolkit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Review a fork patch against the pinned tag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Report which Chromium update broke apply-patches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zwire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2011680" cy="2011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0" y="8229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zwire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32004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for developers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github.com/MenkeTechnologies/zwire</a:t>
            </a:r>
            <a:endParaRPr lang="en-US" sz="2600" dirty="0"/>
          </a:p>
        </p:txBody>
      </p:sp>
      <p:sp>
        <p:nvSpPr>
          <p:cNvPr id="8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shrs talk">
  <a:themeElements>
    <a:clrScheme name="zshrs talk">
      <a:dk1>
        <a:srgbClr val="05050A"/>
      </a:dk1>
      <a:lt1>
        <a:srgbClr val="0D0A1E"/>
      </a:lt1>
      <a:dk2>
        <a:srgbClr val="11112A"/>
      </a:dk2>
      <a:lt2>
        <a:srgbClr val="E6F4FF"/>
      </a:lt2>
      <a:accent1>
        <a:srgbClr val="05D9E8"/>
      </a:accent1>
      <a:accent2>
        <a:srgbClr val="05D9E8"/>
      </a:accent2>
      <a:accent3>
        <a:srgbClr val="FF2A6D"/>
      </a:accent3>
      <a:accent4>
        <a:srgbClr val="D300C5"/>
      </a:accent4>
      <a:accent5>
        <a:srgbClr val="9A9AB8"/>
      </a:accent5>
      <a:accent6>
        <a:srgbClr val="6A6A8C"/>
      </a:accent6>
      <a:hlink>
        <a:srgbClr val="05D9E8"/>
      </a:hlink>
      <a:folHlink>
        <a:srgbClr val="9A9AB8"/>
      </a:folHlink>
    </a:clrScheme>
    <a:fontScheme name="zshrs ta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zwire for developers</dc:title>
  <dc:subject>PptxGenJS Presentation</dc:subject>
  <dc:creator>PptxGenJS</dc:creator>
  <cp:lastModifiedBy>PptxGenJS</cp:lastModifiedBy>
  <cp:revision>1</cp:revision>
  <dcterms:created xsi:type="dcterms:W3CDTF">2026-10-10T01:26:59Z</dcterms:created>
  <dcterms:modified xsi:type="dcterms:W3CDTF">2026-10-10T01:26:59Z</dcterms:modified>
</cp:coreProperties>
</file>